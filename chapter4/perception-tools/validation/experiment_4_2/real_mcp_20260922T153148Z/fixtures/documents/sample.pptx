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4-2 PPTX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PERCEPTION-EXPERIMENT-4-1-VERIFIED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